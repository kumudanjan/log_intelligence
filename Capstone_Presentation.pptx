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🔍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Intelligence Assistant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 |  GenAI Capstone — Genpact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anomaly detection, root-cause analysis &amp; RAG for SRE teams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06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7782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77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8595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82296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87782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77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8595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82296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87782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877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5976" y="8595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057400"/>
            <a:ext cx="2743200" cy="1005840"/>
          </a:xfrm>
          <a:prstGeom prst="roundRect">
            <a:avLst/>
          </a:prstGeom>
          <a:solidFill>
            <a:srgbClr val="EAF9F4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1226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20939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18688" y="2057400"/>
            <a:ext cx="2743200" cy="1005840"/>
          </a:xfrm>
          <a:prstGeom prst="roundRect">
            <a:avLst/>
          </a:prstGeom>
          <a:solidFill>
            <a:srgbClr val="EAF9F4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211226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21608" y="20939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Guardrails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63056" y="2057400"/>
            <a:ext cx="2743200" cy="1005840"/>
          </a:xfrm>
          <a:prstGeom prst="roundRect">
            <a:avLst/>
          </a:prstGeom>
          <a:solidFill>
            <a:srgbClr val="EAF9F4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211226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65976" y="20939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KPIs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4670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46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7240" y="33284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Deployment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18688" y="329184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334670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346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721608" y="33284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63056" y="3291840"/>
            <a:ext cx="2743200" cy="10058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8776" y="334670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346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65976" y="33284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Alignment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FEF9F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log lines generated daily across microservices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noisy, unstructured, and multi-format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RCA takes hours during critical incidents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locked in engineers' heads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(credentials, PII) buried in logs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root-cause methodology across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14800" cy="402336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841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182880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hrs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RCA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234440"/>
            <a:ext cx="182880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mis-diagnosed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182880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↑85%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without tooling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331720"/>
            <a:ext cx="182880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leak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429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directly impact MTTR (Mean Time to Resolution) and SRE productivity.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— Log Intelligence Assistant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GenAI-powered system that ingests, analyses, and explains logs autonomously.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1645920" cy="3474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3441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132588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Parse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1709928"/>
            <a:ext cx="1426464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log ingestion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at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56816" y="1234440"/>
            <a:ext cx="1645920" cy="3474720"/>
          </a:xfrm>
          <a:prstGeom prst="roundRect">
            <a:avLst/>
          </a:prstGeom>
          <a:solidFill>
            <a:srgbClr val="FEF9EC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3441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3744" y="132588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84832" y="1709928"/>
            <a:ext cx="1426464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statistical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pattern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ranking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30752" y="1234440"/>
            <a:ext cx="1645920" cy="3474720"/>
          </a:xfrm>
          <a:prstGeom prst="roundRect">
            <a:avLst/>
          </a:prstGeom>
          <a:solidFill>
            <a:srgbClr val="EAF9F4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3441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132588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58768" y="1709928"/>
            <a:ext cx="1426464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 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04688" y="1234440"/>
            <a:ext cx="1645920" cy="3474720"/>
          </a:xfrm>
          <a:prstGeom prst="roundRect">
            <a:avLst/>
          </a:prstGeom>
          <a:solidFill>
            <a:srgbClr val="F9EFF9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14416" y="13441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71616" y="132588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32704" y="1709928"/>
            <a:ext cx="1426464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logs + SOPs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scoring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78624" y="1234440"/>
            <a:ext cx="1645920" cy="34747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88352" y="13441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45552" y="132588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Monitor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1709928"/>
            <a:ext cx="1426464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fit together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Five-Layer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804672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app: Ingest | Detect | RCA | RAG | Observe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90472"/>
            <a:ext cx="0" cy="914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81912"/>
            <a:ext cx="8595360" cy="713232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93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60934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PII Mask → Chunk → Embed → Upsert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295144"/>
            <a:ext cx="0" cy="914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86584"/>
            <a:ext cx="8595360" cy="713232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1401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414016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Detector + LLM Pattern Matcher + ReAct RCA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099816"/>
            <a:ext cx="0" cy="914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91256"/>
            <a:ext cx="8595360" cy="713232"/>
          </a:xfrm>
          <a:prstGeom prst="round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186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21868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(local) / Azure AI Search (cloud) + RAG Engine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904488"/>
            <a:ext cx="0" cy="914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95928"/>
            <a:ext cx="8595360" cy="71323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233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402336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 + Azure App Insights + KPI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 provides LLM capabilities to Intelligence Layer and RAG Engine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— ReAct Reasoning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463040" cy="1280160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next 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19072" y="1463040"/>
            <a:ext cx="310896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822960"/>
            <a:ext cx="1463040" cy="12801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841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664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one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1463040"/>
            <a:ext cx="310896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822960"/>
            <a:ext cx="1463040" cy="128016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841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664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93792" y="1463040"/>
            <a:ext cx="310896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822960"/>
            <a:ext cx="1463040" cy="128016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664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sufficient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1463040"/>
            <a:ext cx="310896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822960"/>
            <a:ext cx="1463040" cy="12801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841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1664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411480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27980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search_logs(query)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1455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over all indexed log chunks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743200"/>
            <a:ext cx="411480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84648" y="27980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get_error_context(line)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31455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±10 surrounding lines for deep context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58768"/>
            <a:ext cx="411480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1248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lookup_sop(topic)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26110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runbooks from knowledge base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858768"/>
            <a:ext cx="411480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184648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count_errors(level)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84648" y="426110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entries by severity level (ERROR, CRITICAL...)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Two-Layer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023360"/>
          </a:xfrm>
          <a:prstGeom prst="roundRect">
            <a:avLst/>
          </a:prstGeom>
          <a:solidFill>
            <a:srgbClr val="FEF9EC"/>
          </a:solidFill>
          <a:ln w="12700">
            <a:solidFill>
              <a:srgbClr val="F5CB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Statistical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entries by 1-minute windows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per-window error counts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Z-score vs rolling baseline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windows exceeding 2.5σ threshold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&gt;4σ=critical, &gt;3σ=high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LLM calls needed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4023360"/>
          </a:xfrm>
          <a:prstGeom prst="roundRect">
            <a:avLst/>
          </a:prstGeom>
          <a:solidFill>
            <a:srgbClr val="EAF9F4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LLM Pattern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error-heavy log windows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GPT-4o with structured prompt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identifies: retry storms,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cascade failures, auth errors,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connection pool exhaustion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JSON: title, severity, confidence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statistical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Guardrails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Privacy, and Responsible AI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Guardrails — Defence in Depth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1280160"/>
          </a:xfrm>
          <a:prstGeom prst="roundRect">
            <a:avLst/>
          </a:prstGeom>
          <a:solidFill>
            <a:srgbClr val="FEF0F0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8869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86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86868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25272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emails, credit cards, JWTs, AWS keys masked at ingestion. Never stored in vector DB.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97680" cy="1280160"/>
          </a:xfrm>
          <a:prstGeom prst="roundRect">
            <a:avLst/>
          </a:prstGeom>
          <a:solidFill>
            <a:srgbClr val="F0FEF4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88696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886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86868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Scrubbing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125272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blocklist covers API keys, Bearer tokens, base64 secrets. Applied to every log 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194560"/>
            <a:ext cx="4297680" cy="1280160"/>
          </a:xfrm>
          <a:prstGeom prst="roundRect">
            <a:avLst/>
          </a:prstGeom>
          <a:solidFill>
            <a:srgbClr val="FEF0F0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30428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304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" y="228600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" y="267004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scan checks AI responses for leaked credentials before display.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297680" cy="1280160"/>
          </a:xfrm>
          <a:prstGeom prst="roundRect">
            <a:avLst/>
          </a:prstGeom>
          <a:solidFill>
            <a:srgbClr val="F0FEF4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30428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04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28600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82896" y="267004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ratio: fraction of answer terms found in retrieved context. Flags low-confidence answers.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3611880"/>
            <a:ext cx="4297680" cy="1280160"/>
          </a:xfrm>
          <a:prstGeom prst="roundRect">
            <a:avLst/>
          </a:prstGeom>
          <a:solidFill>
            <a:srgbClr val="FEF0F0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72160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721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" y="370332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Readiness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" y="408736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patterns blocked. Sensitive field names in system prompt instruct safe output.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97680" cy="1280160"/>
          </a:xfrm>
          <a:prstGeom prst="roundRect">
            <a:avLst/>
          </a:prstGeom>
          <a:solidFill>
            <a:srgbClr val="F0FEF4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72160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21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703320"/>
            <a:ext cx="3639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82896" y="4087368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isolated. Azure deployment uses VNet + private endpoints.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KPI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00200" cy="182880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965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10K lines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777240"/>
            <a:ext cx="1600200" cy="18288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822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56816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56816" y="1965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50K 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777240"/>
            <a:ext cx="1600200" cy="182880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822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30752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30752" y="1965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04688" y="777240"/>
            <a:ext cx="1600200" cy="18288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822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04688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04688" y="1965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78624" y="777240"/>
            <a:ext cx="1600200" cy="1828800"/>
          </a:xfrm>
          <a:prstGeom prst="round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822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78624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78624" y="1965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accuracy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3200400"/>
            <a:ext cx="8595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MetricsStore: all events tracked with timestamps and tags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Insights: set APPINSIGHTS_CONNECTION_STRING for cloud forwarding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context manager: wraps every operation for automatic latency capture</a:t>
            </a:r>
            <a:endParaRPr lang="en-US" sz="1300" dirty="0"/>
          </a:p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live KPI cards, latency bar charts, recent trace table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8046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1.32+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80467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app, real-time streaming, interactive 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444752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7218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47218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472184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RCA reasoning, RAG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112264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3969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13969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/ Azure AI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139696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log search, SOP retrieval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779776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072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807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807208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agent, guardrails, metrics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3447288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747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4747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/ Containers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47472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(PaaS) or Container Apps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114800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41422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414223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tracing, KPI metrics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Alignment — 100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50392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5039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841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Usability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841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Streamlit, demo mode, level charts, status indicators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444752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517904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17904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agent, modular tools, vector store abstraction, agentic 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112264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185416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18541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1762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 use, vector DB, error handling, logging, PII guardrails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779776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852928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529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Guardrails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8437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masking, credential scrub, hallucination score, output validation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3447288"/>
            <a:ext cx="877824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20440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52044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5112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5112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metrics, latency tracking, App Insights, grounding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4114800"/>
            <a:ext cx="8778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0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187952"/>
            <a:ext cx="475488" cy="438912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18795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178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Documentation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41788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deck, README, submission doc, inline code docs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828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Intelligence Assistant — Project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Genpact GenAI Capstone 2026  |  Deadline: 06-Mar-2026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Demo video + code submitted via Teams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Intelligence Assistant — Capstone Presentation</dc:title>
  <dc:subject>PptxGenJS Presentation</dc:subject>
  <dc:creator>PptxGenJS</dc:creator>
  <cp:lastModifiedBy>PptxGenJS</cp:lastModifiedBy>
  <cp:revision>1</cp:revision>
  <dcterms:created xsi:type="dcterms:W3CDTF">2026-03-04T12:21:50Z</dcterms:created>
  <dcterms:modified xsi:type="dcterms:W3CDTF">2026-03-04T12:21:50Z</dcterms:modified>
</cp:coreProperties>
</file>